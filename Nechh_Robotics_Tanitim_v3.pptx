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Regülasyona tabi sektörlerde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işin yükünü hafifleten dikey yapay zekâ.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sağlık, hukuk, uyum ve operasyon için çalışan ürünler.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Regüle sektörlerde işin yükü,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işin kendisinden ağır.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556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6916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Uyum maliyeti ezici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011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yeni regülasyon (KVKK, CBAM, EUDR…) haftalarca danışmanlık ve yüksek maliyet demek. KOBİ'lerin çoğu bu yükü kaldıramıyor.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61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6974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Hassas veri bağlam ister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017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kaydı, dava dosyası, üretim verisi… Bunları dağınık kanallarda taşımak yasal ve itibar riski yaratıyor.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673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7033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Koordinasyon iz bırakmıyor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Telefon, mesaj ve tablolar sorumluluğun görünmesini zorlaştırıyor.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DURUM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amaçlı araçlar regüle sektörlerde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yetersiz kalıyor.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AI araçları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Veriyi dışarı gönderir, uyum riski taşır.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Klasik SaaS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Sektöre özel süreçleri anlamaz.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&amp; Excel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bırakmaz, denetim zorlaşır.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5544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Danışman firmalar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Pahalı ve ölçeklenemez.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Kurumsal ERP'ler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Ağır ve KOBİ'ye fazla gelir.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YAKLAŞIM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Sektörün kendi diliyle çalışan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dikey yapay zekâ.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54480"/>
            <a:ext cx="269748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Sektöre özel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Sağlık, hukuk ve regülasyon süreçlerini derinden anlayan ürünler. Genel amaçlı değil, dikey.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554480"/>
            <a:ext cx="269748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kontrolü tasarımın parçası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Hassas verinin nerede duracağı her sistemde ilk tasarım sorusudur. Kurum içinde barındırma, kurumsal kurulumlarda sunulur.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11827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554480"/>
            <a:ext cx="269748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sınırlar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Hazırlayan ve hızlandıran tarafız; akredite doğrulayıcı veya resmî onay makamı değiliz.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ürün sahada.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SAĞLIK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143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İncelemede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HeliaLoop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Hekimler arasında hasta yönlendirmesini kayıt altına alan ağ.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1143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JuriLoop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Avukatlar arası dava yönlendirme ve mesleki iş birliği.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8803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Eco-Report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ihracatçıları için CBAM karbon hazırlık asistanı. Her sayı kaynağıyla denetlenebilir.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OPERASYON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8803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&amp; Google Play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TONSORA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8348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Berber ve kuaför salonları için randevu, müşteri ve ekip yönetimi.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SIRADAKİ ÇALIŞMALAR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aşamada gerçek ürün.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 bir sonrakine geçiş.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HeliaLoop · JuriLoop · Eco-Report · TONSORA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Sıradaki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EUDR uyum asistanı · YMM tasdik raporu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Atık yönetim planı · NIS2 · DORA · EKB platformu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155448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Uzun vade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6517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TISAX hazırlık · Dijital Ürün Pasaportu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bir tarih taahhüdü değildir; çalışma sırasıdır.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ŞİMDİ?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dalga aynı anda geliyor.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80160"/>
            <a:ext cx="91440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447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Regülasyon baskısı artıyor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CBAM, EUDR, AI Act, KVKK sıkılaşması. Uyum maliyeti her yıl yükseliyor.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31720"/>
            <a:ext cx="91440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963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artık uygulanabilir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Dikey modeller, regüle süreçleri gerçekten destekleyebilecek seviyeye ulaştı.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383280"/>
            <a:ext cx="91440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478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egemenliği kritik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Kurumlar verilerinin nerede işlendiğini bilmek istiyor.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KİM İÇİN?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kitlemiz net.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 profesyonelleri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yönlendirmesini kayıt altına almak isteyen hekim, fizyoterapist ve klinikler.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Avukatlar ve hukuk büroları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Dava devri ve mesleki iş birliğini dijitalleştirmek isteyenler.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AB'ye ihracat yapan firmalar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 sürecine hazırlanmak ve karbon verisini denetlenebilir yönetmek isteyenler.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işletmecileri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Randevu trafiğiyle uğraşmaktan yorulan berber ve kuaförler.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 Robotics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Regüle sektörlerin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yükünü hafifletiyoruz.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ürün sahada.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8404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nechhrobotics.com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Nechh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Nechh Robotics — Şirket Tanıtımı</dc:title>
  <dc:subject>PptxGenJS Presentation</dc:subject>
  <dc:creator>Nechh Robotics</dc:creator>
  <cp:lastModifiedBy>Nechh Robotics</cp:lastModifiedBy>
  <cp:revision>1</cp:revision>
  <dcterms:created xsi:type="dcterms:W3CDTF">2026-08-22T17:36:09Z</dcterms:created>
  <dcterms:modified xsi:type="dcterms:W3CDTF">2026-08-22T17:36:09Z</dcterms:modified>
</cp:coreProperties>
</file>